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73A052-67B7-46DA-B90D-C425F5B28317}" v="2" dt="2026-05-28T05:33:37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bhandari" userId="7fc7b6bdde61b27e" providerId="LiveId" clId="{F1022D90-E9D3-458B-87F2-F7FB77B047B1}"/>
    <pc:docChg chg="addSld modSld">
      <pc:chgData name="krish bhandari" userId="7fc7b6bdde61b27e" providerId="LiveId" clId="{F1022D90-E9D3-458B-87F2-F7FB77B047B1}" dt="2026-05-28T05:34:44.873" v="126" actId="20577"/>
      <pc:docMkLst>
        <pc:docMk/>
      </pc:docMkLst>
      <pc:sldChg chg="addSp modSp new mod">
        <pc:chgData name="krish bhandari" userId="7fc7b6bdde61b27e" providerId="LiveId" clId="{F1022D90-E9D3-458B-87F2-F7FB77B047B1}" dt="2026-05-28T05:34:44.873" v="126" actId="20577"/>
        <pc:sldMkLst>
          <pc:docMk/>
          <pc:sldMk cId="800759804" sldId="268"/>
        </pc:sldMkLst>
        <pc:spChg chg="add mod">
          <ac:chgData name="krish bhandari" userId="7fc7b6bdde61b27e" providerId="LiveId" clId="{F1022D90-E9D3-458B-87F2-F7FB77B047B1}" dt="2026-05-28T05:34:44.873" v="126" actId="20577"/>
          <ac:spMkLst>
            <pc:docMk/>
            <pc:sldMk cId="800759804" sldId="268"/>
            <ac:spMk id="2" creationId="{F85AF776-5E96-275E-EDEA-CAA43FAB6C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720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0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365760" y="13716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Portal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365760" y="23317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complete guide — what we build, why it matters,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before, and how to fix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3291840"/>
            <a:ext cx="8412480" cy="274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401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Beginner's Guide  •  </a:t>
            </a: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Software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594360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 A secure website where patients, doctors and admins can manage health records — like Gmail, but for medical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27432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3619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481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getting treatment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→ Views own records, prescriptions, reports → Books appointments → Gets notifications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463040"/>
            <a:ext cx="2743200" cy="338328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463040"/>
            <a:ext cx="274320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53619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04488" y="1481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904488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professional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8328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→ Sees only their patients → Adds notes → Views history → Manages schedule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1463040"/>
            <a:ext cx="2743200" cy="338328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463040"/>
            <a:ext cx="2743200" cy="7498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53619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76288" y="1481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876288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manager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35508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users → Sets access levels → Monitors activity → Handles security alerts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Building This?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109728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9418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235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the #1 hacker target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41732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MUST stay online — even 1 hour of downtime can cost lives. Hackers know this and demand ransom. Hospitals almost always pay.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777240"/>
            <a:ext cx="41148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777240"/>
            <a:ext cx="109728" cy="1920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9418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9235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 records are worth more than your credit card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56048" y="141732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dark web, stolen health records sell for $250 each. Credit cards sell for $5. Why? Health records contain your name, SSN, insurance, address — everything.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926080"/>
            <a:ext cx="10972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09067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723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forces you to secure it (HIPAA)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" y="35661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USA, failing to protect patient data means fines up to $1.9 million per violation. You can also face criminal charges. This is non-optional.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2926080"/>
            <a:ext cx="109728" cy="1920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9067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723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trust hospitals with their lives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56048" y="35661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hospital is breached, people's most private information is exposed. Marriages, mental health, HIV status. Once trust is broken it cannot be rebuilt.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the Past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things old healthcare systems got wrong — each one caused real breaches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170432"/>
            <a:ext cx="2743200" cy="1737360"/>
          </a:xfrm>
          <a:prstGeom prst="rect">
            <a:avLst/>
          </a:prstGeom>
          <a:solidFill>
            <a:srgbClr val="1A305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5681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stored as plain readable text. If anyone accessed the database, they could read every record instantly. Like leaving medical files on a public bench.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170432"/>
            <a:ext cx="2743200" cy="1737360"/>
          </a:xfrm>
          <a:prstGeom prst="rect">
            <a:avLst/>
          </a:prstGeom>
          <a:solidFill>
            <a:srgbClr val="1A305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618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passwords, no MFA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5681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used 'password123'. No second verification step. One phishing email was enough to give attackers full system access.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170432"/>
            <a:ext cx="2743200" cy="1737360"/>
          </a:xfrm>
          <a:prstGeom prst="rect">
            <a:avLst/>
          </a:prstGeom>
          <a:solidFill>
            <a:srgbClr val="1A305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618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95681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could see everything. A receptionist could open a psychiatrist's notes. An IT person could read surgical reports. No limits existed.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2743200" cy="1737360"/>
          </a:xfrm>
          <a:prstGeom prst="rect">
            <a:avLst/>
          </a:prstGeom>
          <a:solidFill>
            <a:srgbClr val="1A305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821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87705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ran Windows XP on machines connected to medical devices — years after Microsoft stopped supporting it. Hackers had known exploit kits for these systems.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90672"/>
            <a:ext cx="2743200" cy="1737360"/>
          </a:xfrm>
          <a:prstGeom prst="rect">
            <a:avLst/>
          </a:prstGeom>
          <a:solidFill>
            <a:srgbClr val="1A305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1821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91840" y="3547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logs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87705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recorded who accessed what records. Breaches went undetected for months or years. There was no CCTV equivalent for the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090672"/>
            <a:ext cx="2743200" cy="1737360"/>
          </a:xfrm>
          <a:prstGeom prst="rect">
            <a:avLst/>
          </a:prstGeom>
          <a:solidFill>
            <a:srgbClr val="1A305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1821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3547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Unvetted third parties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877056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and suppliers given full system access with zero security checks. One vendor breach = the entire hospital network compromised.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Ignoring Security — Real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57400" cy="1554480"/>
          </a:xfrm>
          <a:prstGeom prst="rect">
            <a:avLst/>
          </a:prstGeom>
          <a:solidFill>
            <a:srgbClr val="FDF3F3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one healthcare breach (2023)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749808"/>
            <a:ext cx="2057400" cy="1554480"/>
          </a:xfrm>
          <a:prstGeom prst="rect">
            <a:avLst/>
          </a:prstGeom>
          <a:solidFill>
            <a:srgbClr val="FDF3F3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822960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32888" y="15727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stolen in 2023 alone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4296" y="749808"/>
            <a:ext cx="2057400" cy="1554480"/>
          </a:xfrm>
          <a:prstGeom prst="rect">
            <a:avLst/>
          </a:prstGeom>
          <a:solidFill>
            <a:srgbClr val="FDF3F3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822960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45736" y="15727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valuable than a stolen credit card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67144" y="749808"/>
            <a:ext cx="2057400" cy="1554480"/>
          </a:xfrm>
          <a:prstGeom prst="rect">
            <a:avLst/>
          </a:prstGeom>
          <a:solidFill>
            <a:srgbClr val="FDF3F3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822960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58584" y="15727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average to detect a breach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Breaches — What Actually Happened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82880" y="2907792"/>
            <a:ext cx="1627632" cy="2084832"/>
          </a:xfrm>
          <a:prstGeom prst="rect">
            <a:avLst/>
          </a:prstGeom>
          <a:solidFill>
            <a:srgbClr val="FAFAF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907792"/>
            <a:ext cx="1627632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9077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" y="3291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367588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78.8M records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3968496"/>
            <a:ext cx="1481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stole names, SSNs, birth dates and addresses of 78.8M Americans. No encryption on the database.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56816" y="2907792"/>
            <a:ext cx="1627632" cy="2084832"/>
          </a:xfrm>
          <a:prstGeom prst="rect">
            <a:avLst/>
          </a:prstGeom>
          <a:solidFill>
            <a:srgbClr val="FAFA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6816" y="2907792"/>
            <a:ext cx="162763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56816" y="29077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29968" y="3291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Health Services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29968" y="367588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hospitals records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29968" y="3968496"/>
            <a:ext cx="1481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locked all computer systems. 400 US hospitals forced to use pen &amp; paper. Patient surgeries delayed.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30752" y="2907792"/>
            <a:ext cx="1627632" cy="2084832"/>
          </a:xfrm>
          <a:prstGeom prst="rect">
            <a:avLst/>
          </a:prstGeom>
          <a:solidFill>
            <a:srgbClr val="FAFAF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30752" y="2907792"/>
            <a:ext cx="162763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9077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03904" y="3291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Healthy Kids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03904" y="367588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 children records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03904" y="3968496"/>
            <a:ext cx="1481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health insurance program breached. Family addresses, financial data exposed for years undetected.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04688" y="2907792"/>
            <a:ext cx="1627632" cy="2084832"/>
          </a:xfrm>
          <a:prstGeom prst="rect">
            <a:avLst/>
          </a:prstGeom>
          <a:solidFill>
            <a:srgbClr val="FAFAF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2907792"/>
            <a:ext cx="1627632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29077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77840" y="3291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 Healthcare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367588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 records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3968496"/>
            <a:ext cx="1481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appointment info posted for sale online. HCA is one of America's largest hospital chains.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78624" y="2907792"/>
            <a:ext cx="1627632" cy="2084832"/>
          </a:xfrm>
          <a:prstGeom prst="rect">
            <a:avLst/>
          </a:prstGeom>
          <a:solidFill>
            <a:srgbClr val="FAFAFA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8624" y="2907792"/>
            <a:ext cx="1627632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78624" y="29077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51776" y="3291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51776" y="367588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records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51776" y="3968496"/>
            <a:ext cx="1481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US health breach ever. Pharmacies couldn't process prescriptions for weeks. Entire US payment network hit.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Secure Health Portal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548640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2252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+ MFA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with password AND a phone-generated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114800" cy="548640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1051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1847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only sees what their role is allowed to see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114800" cy="548640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43230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7066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scrambled — unreadable even if stolen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4114800" cy="548640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5409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3284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click, every file opened — permanently recorded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114800" cy="548640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67588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712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9502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traveling between browser and server is encrypted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4114800" cy="548640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297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4334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45720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alerts when something unusual happens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749808"/>
            <a:ext cx="4206240" cy="4224528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hospital building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298448"/>
            <a:ext cx="4206240" cy="566928"/>
          </a:xfrm>
          <a:prstGeom prst="rect">
            <a:avLst/>
          </a:prstGeom>
          <a:solidFill>
            <a:srgbClr val="FFFFFF"/>
          </a:solidFill>
          <a:ln w="2540">
            <a:solidFill>
              <a:srgbClr val="CCDD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13533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61888" y="13533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Reception desk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160934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 Show your ID.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892808"/>
            <a:ext cx="4206240" cy="566928"/>
          </a:xfrm>
          <a:prstGeom prst="rect">
            <a:avLst/>
          </a:prstGeom>
          <a:solidFill>
            <a:srgbClr val="EAF7F4"/>
          </a:solidFill>
          <a:ln w="2540">
            <a:solidFill>
              <a:srgbClr val="CCDD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19476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61888" y="19476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Visitor wristband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220370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to prove you already checked in.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487168"/>
            <a:ext cx="4206240" cy="566928"/>
          </a:xfrm>
          <a:prstGeom prst="rect">
            <a:avLst/>
          </a:prstGeom>
          <a:solidFill>
            <a:srgbClr val="FFFFFF"/>
          </a:solidFill>
          <a:ln w="2540">
            <a:solidFill>
              <a:srgbClr val="CCDD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5420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61888" y="2542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Hospital departments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36592" y="279806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dept does one job, guarded.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081528"/>
            <a:ext cx="4206240" cy="566928"/>
          </a:xfrm>
          <a:prstGeom prst="rect">
            <a:avLst/>
          </a:prstGeom>
          <a:solidFill>
            <a:srgbClr val="EAF7F4"/>
          </a:solidFill>
          <a:ln w="2540">
            <a:solidFill>
              <a:srgbClr val="CCDD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1363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61888" y="31363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Locked records vault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36592" y="339242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a safe. Only staff with key enter.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675888"/>
            <a:ext cx="4206240" cy="566928"/>
          </a:xfrm>
          <a:prstGeom prst="rect">
            <a:avLst/>
          </a:prstGeom>
          <a:solidFill>
            <a:srgbClr val="FFFFFF"/>
          </a:solidFill>
          <a:ln w="2540">
            <a:solidFill>
              <a:srgbClr val="CCDD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37307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61888" y="37307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CCTV cameras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36592" y="398678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corridor recorded 24/7.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270248"/>
            <a:ext cx="4206240" cy="566928"/>
          </a:xfrm>
          <a:prstGeom prst="rect">
            <a:avLst/>
          </a:prstGeom>
          <a:solidFill>
            <a:srgbClr val="EAF7F4"/>
          </a:solidFill>
          <a:ln w="2540">
            <a:solidFill>
              <a:srgbClr val="CCDD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43251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61888" y="43251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Security guard at door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36592" y="458114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suspicious people before entry.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Ignored — and Must Change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on the left caused a real breach. Every item on the right is what our portal does instead.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384048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ignored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078992"/>
            <a:ext cx="384048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fixed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Passwords stored as plain 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5910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517904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572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bcrypt hashing — looks like gibberish even if stolen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3840480" cy="438912"/>
          </a:xfrm>
          <a:prstGeom prst="rect">
            <a:avLst/>
          </a:prstGeom>
          <a:solidFill>
            <a:srgbClr val="1A3055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No second step to log 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2029968"/>
            <a:ext cx="3840480" cy="438912"/>
          </a:xfrm>
          <a:prstGeom prst="rect">
            <a:avLst/>
          </a:prstGeom>
          <a:solidFill>
            <a:srgbClr val="1A3055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MFA — 6-digit rotating code required every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All staff could see all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6151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2542032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RBAC — your role decides exactly what you can see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054096"/>
            <a:ext cx="3840480" cy="438912"/>
          </a:xfrm>
          <a:prstGeom prst="rect">
            <a:avLst/>
          </a:prstGeom>
          <a:solidFill>
            <a:srgbClr val="1A3055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Database data readable by anyone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1272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0" y="3054096"/>
            <a:ext cx="3840480" cy="438912"/>
          </a:xfrm>
          <a:prstGeom prst="rect">
            <a:avLst/>
          </a:prstGeom>
          <a:solidFill>
            <a:srgbClr val="1A3055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— data is scrambled at rest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210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No record of who opened what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0" y="3566160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6210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audit log — every access permanently stored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078224"/>
            <a:ext cx="3840480" cy="438912"/>
          </a:xfrm>
          <a:prstGeom prst="rect">
            <a:avLst/>
          </a:prstGeom>
          <a:solidFill>
            <a:srgbClr val="1A3055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33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Traffic sent as plain text (HTTP)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41513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0" y="4078224"/>
            <a:ext cx="3840480" cy="438912"/>
          </a:xfrm>
          <a:prstGeom prst="rect">
            <a:avLst/>
          </a:prstGeom>
          <a:solidFill>
            <a:srgbClr val="1A3055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133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— all traffic encrypted, can't be intercepted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590288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45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Vendors given unchecked access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06240" y="4663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9200" y="4590288"/>
            <a:ext cx="3840480" cy="438912"/>
          </a:xfrm>
          <a:prstGeom prst="rect">
            <a:avLst/>
          </a:prstGeom>
          <a:solidFill>
            <a:srgbClr val="122540"/>
          </a:solidFill>
          <a:ln w="3810">
            <a:solidFill>
              <a:srgbClr val="2A44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645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BAA agreements + vendor security vetting required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We Are Adding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758952"/>
            <a:ext cx="2743200" cy="1993392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58952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9235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941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— Multi-Factor Auth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" y="1417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your password, you must enter a 6-digit code from your phone. Even if someone steals your password, they still can't log in without your phone.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758952"/>
            <a:ext cx="2743200" cy="1993392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27832" y="758952"/>
            <a:ext cx="27432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92354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9624" y="941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64992" y="1417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action — opening a file, searching a patient name — is recorded with who did it, when, and from which device. Permanent and tamper-proof.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9632" y="758952"/>
            <a:ext cx="2743200" cy="1993392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9632" y="758952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92354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1424" y="941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36792" y="1417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is scrambled using AES-256 (military-grade). Even if a hacker downloads the database, they see random characters. Useless without the key.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56032" y="2907792"/>
            <a:ext cx="2743200" cy="1993392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6032" y="2907792"/>
            <a:ext cx="27432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07238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93192" y="3566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reads 200 records in 5 minutes, the system flags it automatically. Insider threats and compromised accounts are caught in real time.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27832" y="2907792"/>
            <a:ext cx="2743200" cy="1993392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27832" y="2907792"/>
            <a:ext cx="27432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7238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9624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64992" y="3566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title = what you can see. A nurse can't open a doctor's clinical notes. A receptionist can't view test results. Enforced on every request.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99632" y="2907792"/>
            <a:ext cx="2743200" cy="1993392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99632" y="2907792"/>
            <a:ext cx="27432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07238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21424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36792" y="3566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text box, every form — the system checks what you type before it touches the database. This blocks SQL injection and XSS attacks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It — The 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19072" y="7132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Tech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713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in plain English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3716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1097280"/>
            <a:ext cx="28346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0972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HTML/CSS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315968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97280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pages the user sees. Buttons, forms, dashboards — everything visual.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13716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556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1755648"/>
            <a:ext cx="28346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7556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WAF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755648"/>
            <a:ext cx="43159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55648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door. Blocks hackers and bad traffic before it reaches your app.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14016"/>
            <a:ext cx="13716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1401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2414016"/>
            <a:ext cx="28346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24140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OAuth2 + bcrypt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414016"/>
            <a:ext cx="4315968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41401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lock. Checks your identity, issues a digital pass, and hashes your password safely.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72384"/>
            <a:ext cx="1371600" cy="56692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723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91640" y="3072384"/>
            <a:ext cx="28346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07238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or Node.js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072384"/>
            <a:ext cx="43159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072384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brain. Processes every request, applies rules, and decides what data to return.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730752"/>
            <a:ext cx="13716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307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91640" y="3730752"/>
            <a:ext cx="28346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37307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AES-256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3730752"/>
            <a:ext cx="4315968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730752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vault. Stores all patient data, encrypted so it's unreadable if stolen.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1371600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891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691640" y="4389120"/>
            <a:ext cx="28346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3891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 / Splunk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4389120"/>
            <a:ext cx="43159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389120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CCTV. Records everything, spots suspicious patterns, and fires alerts.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864608"/>
            <a:ext cx="8595360" cy="164592"/>
          </a:xfrm>
          <a:prstGeom prst="rect">
            <a:avLst/>
          </a:prstGeom>
          <a:solidFill>
            <a:srgbClr val="E1F5EE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all these at once — learn them one layer at a time, starting with Frontend.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Step-by-Step Build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order. Each step depends on the one before it. Don't skip.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51560"/>
            <a:ext cx="20574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515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" y="154533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login 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" y="192938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with username + password fields. This is the front door of your app. Pure frontend.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4016" y="105156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4016" y="1051560"/>
            <a:ext cx="205740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0515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23744" y="154533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login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23744" y="192938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(Python/Node.js) receives the form, checks credentials, and sends back a JWT token.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5156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051560"/>
            <a:ext cx="20574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0515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36592" y="154533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+ issue JWT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92938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bcrypt to hash passwords before saving. Issue JWT tokens so users stay logged in safely.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39712" y="105156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051560"/>
            <a:ext cx="2057400" cy="4389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0515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154533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92938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PostgreSQL. One table: patients. Add name, email, medical records. Encrypt the sensitive columns.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306324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063240"/>
            <a:ext cx="2057400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0632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0896" y="355701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protected route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" y="394106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users with a valid JWT can reach /dashboard. Server validates the token on every single request.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14016" y="306324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14016" y="3063240"/>
            <a:ext cx="205740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05456" y="30632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23744" y="355701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audit logging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23744" y="394106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writes a log: who accessed what, when, from which IP. This is your security camera.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26864" y="306324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6864" y="3063240"/>
            <a:ext cx="205740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30632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36592" y="355701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HTTPS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394106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via Let's Encrypt. One command sets it up. All traffic between browser and server encrypted.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39712" y="3063240"/>
            <a:ext cx="2057400" cy="1828800"/>
          </a:xfrm>
          <a:prstGeom prst="rect">
            <a:avLst/>
          </a:prstGeom>
          <a:solidFill>
            <a:srgbClr val="12254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9712" y="3063240"/>
            <a:ext cx="20574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30632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3557016"/>
            <a:ext cx="1837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OWASP Top 10 checks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3941064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your own app for the 10 most common web vulnerabilities. Fix them before anyone else finds them.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The Rules You Must Follow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laws and standards. If you build a healthcare system and ignore these, you can be fined or jailed.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117043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Health Insurance Portability 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54480" y="1124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The main US law protecting patient health 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4447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Encrypt all patient data. Control who can access it. Report any breach within 60 days.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65376"/>
            <a:ext cx="1170432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6537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224942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Health Information Technology Act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54480" y="19110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Makes HIPAA stricter. Introduced after hospitals kept ignoring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23113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Higher fines — up to $1.9M per violation. All business partners must also comply.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713232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51760"/>
            <a:ext cx="117043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5176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3035808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General Data Protection Regulation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544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European privacy law. Applies if any of your patients are from Europe.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0175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Patients can request deletion of their data. Must report breaches within 72 hours.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859536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438144"/>
            <a:ext cx="1170432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38144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" y="382219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Information Security Standard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54480" y="3483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An international certificate proving your entire security system is solid.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380390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Annual security audits. Documented policies for every risk. Optional but highly valued.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F0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24528"/>
            <a:ext cx="11704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24528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460857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Cybersecurity Framework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54480" y="4270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 5-step checklist used by governments and hospitals worldwide.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45902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Identify risks → Protect systems → Detect threats → Respond → Recover. Follow this order.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20040"/>
            <a:ext cx="1417320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Everything in One Place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14400"/>
            <a:ext cx="8595360" cy="512064"/>
          </a:xfrm>
          <a:prstGeom prst="rect">
            <a:avLst/>
          </a:prstGeom>
          <a:solidFill>
            <a:srgbClr val="122540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96926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What we built: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31720" y="969264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healthcare web portal for patients (view records), doctors (manage patients), and admins (manage system).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499616"/>
            <a:ext cx="8595360" cy="512064"/>
          </a:xfrm>
          <a:prstGeom prst="rect">
            <a:avLst/>
          </a:prstGeom>
          <a:solidFill>
            <a:srgbClr val="1A305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544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Why it matters: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31720" y="155448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the #1 hacker target. Real breaches (Anthem 78M, Change Healthcare 100M+) cost billions and ruined lives.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084832"/>
            <a:ext cx="8595360" cy="512064"/>
          </a:xfrm>
          <a:prstGeom prst="rect">
            <a:avLst/>
          </a:prstGeom>
          <a:solidFill>
            <a:srgbClr val="122540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1396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What was ignored before: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31720" y="2139696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encryption, no MFA, no access control, no logging. Each of these caused a real breach.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670048"/>
            <a:ext cx="8595360" cy="512064"/>
          </a:xfrm>
          <a:prstGeom prst="rect">
            <a:avLst/>
          </a:prstGeom>
          <a:solidFill>
            <a:srgbClr val="1A305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72491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What our portal fixes: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31720" y="272491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login, RBAC roles, AES-256 encryption, immutable audit logs, HTTPS, anomaly detection.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255264"/>
            <a:ext cx="8595360" cy="512064"/>
          </a:xfrm>
          <a:prstGeom prst="rect">
            <a:avLst/>
          </a:prstGeom>
          <a:solidFill>
            <a:srgbClr val="122540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3101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Tech stack: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31720" y="3310128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→ Nginx/WAF → FastAPI/Node.js → PostgreSQL (encrypted) → ELK monitoring.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840480"/>
            <a:ext cx="8595360" cy="512064"/>
          </a:xfrm>
          <a:prstGeom prst="rect">
            <a:avLst/>
          </a:prstGeom>
          <a:solidFill>
            <a:srgbClr val="1A305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8953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Laws to follow: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331720" y="3895344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(USA), HITECH (USA), GDPR (EU), ISO 27001 (global), NIST CSF (global).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425696"/>
            <a:ext cx="8595360" cy="512064"/>
          </a:xfrm>
          <a:prstGeom prst="rect">
            <a:avLst/>
          </a:prstGeom>
          <a:solidFill>
            <a:srgbClr val="122540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4805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How to start: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331720" y="448056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= login page. Step 2 = login API. Step 3 = hashing + JWT. Build one step at a time.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5029200"/>
            <a:ext cx="85953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5029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everything you need. One step at a time. Start with the login page.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AF776-5E96-275E-EDEA-CAA43FAB6C8B}"/>
              </a:ext>
            </a:extLst>
          </p:cNvPr>
          <p:cNvSpPr txBox="1"/>
          <p:nvPr/>
        </p:nvSpPr>
        <p:spPr>
          <a:xfrm>
            <a:off x="1050966" y="581891"/>
            <a:ext cx="7517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bcrypt</a:t>
            </a:r>
            <a:r>
              <a:rPr lang="en-IN" dirty="0"/>
              <a:t> (password hashing)</a:t>
            </a:r>
          </a:p>
          <a:p>
            <a:r>
              <a:rPr lang="en-IN" dirty="0"/>
              <a:t>The password are stored in database, using this </a:t>
            </a:r>
            <a:r>
              <a:rPr lang="en-IN" dirty="0" err="1"/>
              <a:t>bcrypt</a:t>
            </a:r>
            <a:r>
              <a:rPr lang="en-IN" dirty="0"/>
              <a:t> </a:t>
            </a:r>
            <a:r>
              <a:rPr lang="en-IN" dirty="0" err="1"/>
              <a:t>ie</a:t>
            </a:r>
            <a:r>
              <a:rPr lang="en-IN" dirty="0"/>
              <a:t> hashing the password using </a:t>
            </a:r>
            <a:r>
              <a:rPr lang="en-IN" dirty="0" err="1"/>
              <a:t>bcrypt</a:t>
            </a:r>
            <a:r>
              <a:rPr lang="en-IN" dirty="0"/>
              <a:t> </a:t>
            </a:r>
            <a:r>
              <a:rPr lang="en-IN" dirty="0" err="1"/>
              <a:t>js</a:t>
            </a:r>
            <a:r>
              <a:rPr lang="en-IN" dirty="0"/>
              <a:t> library </a:t>
            </a:r>
          </a:p>
          <a:p>
            <a:endParaRPr lang="en-IN" dirty="0"/>
          </a:p>
          <a:p>
            <a:r>
              <a:rPr lang="en-IN" dirty="0"/>
              <a:t> JWT (session tokens) </a:t>
            </a:r>
          </a:p>
          <a:p>
            <a:endParaRPr lang="en-IN" dirty="0"/>
          </a:p>
          <a:p>
            <a:r>
              <a:rPr lang="en-IN" dirty="0"/>
              <a:t>OAuth2 (auth flow) AES-256 (data encryption) TLS 1.3 / HTTPS via Let's Encrypt (free) MFA library (e.g. TOTP — Google Authenticator compatible)</a:t>
            </a:r>
          </a:p>
        </p:txBody>
      </p:sp>
    </p:spTree>
    <p:extLst>
      <p:ext uri="{BB962C8B-B14F-4D97-AF65-F5344CB8AC3E}">
        <p14:creationId xmlns:p14="http://schemas.microsoft.com/office/powerpoint/2010/main" val="80075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2082</Words>
  <Application>Microsoft Office PowerPoint</Application>
  <PresentationFormat>On-screen Show (16:9)</PresentationFormat>
  <Paragraphs>257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Cybersecurity Portal</dc:title>
  <dc:subject>PptxGenJS Presentation</dc:subject>
  <dc:creator>PptxGenJS</dc:creator>
  <cp:lastModifiedBy>krish bhandari</cp:lastModifiedBy>
  <cp:revision>1</cp:revision>
  <dcterms:created xsi:type="dcterms:W3CDTF">2026-05-10T14:12:38Z</dcterms:created>
  <dcterms:modified xsi:type="dcterms:W3CDTF">2026-05-28T05:37:10Z</dcterms:modified>
</cp:coreProperties>
</file>